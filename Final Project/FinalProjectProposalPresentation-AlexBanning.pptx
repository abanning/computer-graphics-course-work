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g6U8BELpjM7nvCYq8QxhcesqSB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0f41262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0f41262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3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8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9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1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9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2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0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20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1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2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2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2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2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IkQ-LMsxeHAsur2Kta15EgRKAMApHpLP/view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U9Aw_Rc2PemV2Cse9GNhVTteYYx9CP9i/view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dseC-5VFAMdTSeH8H3SlLhDVIeZi56yf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gfct0aH2COw" TargetMode="External"/><Relationship Id="rId4" Type="http://schemas.openxmlformats.org/officeDocument/2006/relationships/hyperlink" Target="https://www.youtube.com/watch?v=JbKYvLTagn0" TargetMode="External"/><Relationship Id="rId5" Type="http://schemas.openxmlformats.org/officeDocument/2006/relationships/hyperlink" Target="https://poly.cam" TargetMode="External"/><Relationship Id="rId6" Type="http://schemas.openxmlformats.org/officeDocument/2006/relationships/hyperlink" Target="https://www.microsoft.com/en-us/research/blog/introducing-muse-our-first-generative-ai-model-designed-for-gameplay-ideation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3537150" y="1032975"/>
            <a:ext cx="5017500" cy="23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Faster Asset Creation Pipeline in Solo Game Development</a:t>
            </a:r>
            <a:endParaRPr/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5479800" y="3739475"/>
            <a:ext cx="1572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Alex Banning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1297500" y="4974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/>
              <a:t>The Problem</a:t>
            </a:r>
            <a:endParaRPr sz="2600"/>
          </a:p>
        </p:txBody>
      </p:sp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Small studios and solo devs have less resources and manpower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Asset creation is the most time-consuming part of game dev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Difficult Tradeoff: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Perfect custom assets = lots of time and money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Buying assets loses soul and makes games look alike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Potential Solutions -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Adobe Illustrator (Project Neo Beta)</a:t>
            </a:r>
            <a:endParaRPr/>
          </a:p>
        </p:txBody>
      </p:sp>
      <p:sp>
        <p:nvSpPr>
          <p:cNvPr id="147" name="Google Shape;147;p3"/>
          <p:cNvSpPr txBox="1"/>
          <p:nvPr>
            <p:ph idx="1" type="body"/>
          </p:nvPr>
        </p:nvSpPr>
        <p:spPr>
          <a:xfrm>
            <a:off x="872075" y="1567550"/>
            <a:ext cx="5071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Used predominantly for graphic design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How can we leverage this for game design?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Sprite creation and simple animation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Potential risks?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Difficult to make anything asymmetrical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Tradeoff: Less control but saves time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Hybrid implementation?</a:t>
            </a:r>
            <a:endParaRPr sz="1800"/>
          </a:p>
        </p:txBody>
      </p:sp>
      <p:pic>
        <p:nvPicPr>
          <p:cNvPr id="148" name="Google Shape;148;p3" title="AdobeDemo.mov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575" y="1455600"/>
            <a:ext cx="2895626" cy="2232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More Robust Solution -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Polycam to Blender Pipeline</a:t>
            </a:r>
            <a:endParaRPr/>
          </a:p>
        </p:txBody>
      </p:sp>
      <p:sp>
        <p:nvSpPr>
          <p:cNvPr id="154" name="Google Shape;154;p4"/>
          <p:cNvSpPr txBox="1"/>
          <p:nvPr>
            <p:ph idx="1" type="body"/>
          </p:nvPr>
        </p:nvSpPr>
        <p:spPr>
          <a:xfrm>
            <a:off x="1297500" y="1567550"/>
            <a:ext cx="47544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Very robust and realistic</a:t>
            </a:r>
            <a:endParaRPr sz="1800"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Not very user friendly compared to Adobe</a:t>
            </a:r>
            <a:endParaRPr sz="1800"/>
          </a:p>
          <a:p>
            <a:pPr indent="-3171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How can we combine this tech with the Adobe product?</a:t>
            </a:r>
            <a:endParaRPr sz="1800"/>
          </a:p>
          <a:p>
            <a:pPr indent="-31718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Take one photo instead of many</a:t>
            </a:r>
            <a:endParaRPr sz="1800"/>
          </a:p>
          <a:p>
            <a:pPr indent="-31718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Convert image to SVG format</a:t>
            </a:r>
            <a:endParaRPr sz="1800"/>
          </a:p>
          <a:p>
            <a:pPr indent="-31718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Leverage Adobe tool or make a similar one</a:t>
            </a:r>
            <a:endParaRPr sz="1800"/>
          </a:p>
          <a:p>
            <a:pPr indent="-31718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Profit??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9032"/>
              <a:buNone/>
            </a:pPr>
            <a:r>
              <a:t/>
            </a:r>
            <a:endParaRPr/>
          </a:p>
        </p:txBody>
      </p:sp>
      <p:pic>
        <p:nvPicPr>
          <p:cNvPr id="155" name="Google Shape;155;p4" title="PolycamDemo.mov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4750" y="658675"/>
            <a:ext cx="3208347" cy="179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title="BlenderScreensho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6200" y="2642775"/>
            <a:ext cx="1365451" cy="220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Even More Robust ??!! 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Microsoft MuseAI</a:t>
            </a:r>
            <a:endParaRPr/>
          </a:p>
        </p:txBody>
      </p:sp>
      <p:sp>
        <p:nvSpPr>
          <p:cNvPr id="162" name="Google Shape;162;p5"/>
          <p:cNvSpPr txBox="1"/>
          <p:nvPr>
            <p:ph idx="1" type="body"/>
          </p:nvPr>
        </p:nvSpPr>
        <p:spPr>
          <a:xfrm>
            <a:off x="743500" y="1578725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Research and Development project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Spent 7 years training AI model on their game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Trained on input data + all visual frame data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Recorded everything the user input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Model can now predict what the next frames should look like based on an input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Can even model new game mechanics/input combinations w/ artwork that matches the style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Downsides: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WAY too much overhead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Difficult to acquire training data and generalize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Currently only works in low res with a couple minutes of data persistence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Doesn’t understand the game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Cool precedence for future work - could refine training models and data to make the model understand the game mechanics and architecture rather than only visual data</a:t>
            </a:r>
            <a:endParaRPr/>
          </a:p>
        </p:txBody>
      </p:sp>
      <p:pic>
        <p:nvPicPr>
          <p:cNvPr id="163" name="Google Shape;163;p5" title="MuseAIDemo.mov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8275" y="166900"/>
            <a:ext cx="2900375" cy="21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My Plan for This Project</a:t>
            </a:r>
            <a:endParaRPr/>
          </a:p>
        </p:txBody>
      </p:sp>
      <p:sp>
        <p:nvSpPr>
          <p:cNvPr id="169" name="Google Shape;169;p6"/>
          <p:cNvSpPr txBox="1"/>
          <p:nvPr>
            <p:ph idx="1" type="body"/>
          </p:nvPr>
        </p:nvSpPr>
        <p:spPr>
          <a:xfrm>
            <a:off x="1297500" y="1013550"/>
            <a:ext cx="7038900" cy="3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/>
              <a:t>Step 1. Research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Research Adobe technologies in-depth to understand their: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Strengths and weaknesses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Limitations in use or edge cases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Technical Implementation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Understand SVG files and how to manipulate them and derive information from them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200"/>
              <a:t>Step 2. Development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Build my own application that models this behavior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Develop system architecture and mockups for an app based on findings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Keep it very simple 3 things it will do: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Take a photo input of an object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Convert photo to 3D model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Output useable Game Object (engine will depend on research findings as well)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Sketch of Simple UI</a:t>
            </a:r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588" y="1053073"/>
            <a:ext cx="2434828" cy="36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3378716" y="875352"/>
            <a:ext cx="2514300" cy="25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625" lIns="76625" spcFirstLastPara="1" rIns="76625" wrap="square" tIns="766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t/>
            </a:r>
            <a:endParaRPr b="0" i="0" sz="9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3"/>
              <a:buFont typeface="Arial"/>
              <a:buNone/>
            </a:pPr>
            <a:r>
              <a:t/>
            </a:r>
            <a:endParaRPr b="0" i="0" sz="117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Rough Timeline</a:t>
            </a:r>
            <a:endParaRPr/>
          </a:p>
        </p:txBody>
      </p:sp>
      <p:sp>
        <p:nvSpPr>
          <p:cNvPr id="182" name="Google Shape;182;p8"/>
          <p:cNvSpPr txBox="1"/>
          <p:nvPr>
            <p:ph idx="1" type="body"/>
          </p:nvPr>
        </p:nvSpPr>
        <p:spPr>
          <a:xfrm>
            <a:off x="1297500" y="901600"/>
            <a:ext cx="7038900" cy="4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Phase 1: Parallel Research and App Planning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November 20th: Deadline for all research to be completed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DoD: I have a strong understanding of the strengths and weaknesses, limitations, uses, and edge cases of all of these technologies and when each should be used. I understand the technical implementation well enough to make a copy of it.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November 24th: Deadline for all initial app design artifacts to be completed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DoD: I have a system architecture diagram, a user flow diagram, and detailed mockups to reference when developing my application.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/>
              <a:t>Phase 2: Development and Testing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November 30th: Deadline for Testing Suite Completion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DoD: I have a set of tests to be implemented at each development stage based off of the uncovered use and edge cases found in my research.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December 4th: Deadline for app completion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DoD: I have a working application that takes an input photo file and converts it to a usable 3D model that reasonably resembles the object in the photo.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Risks Involved</a:t>
            </a:r>
            <a:endParaRPr/>
          </a:p>
        </p:txBody>
      </p:sp>
      <p:sp>
        <p:nvSpPr>
          <p:cNvPr id="188" name="Google Shape;188;p9"/>
          <p:cNvSpPr txBox="1"/>
          <p:nvPr>
            <p:ph idx="1" type="body"/>
          </p:nvPr>
        </p:nvSpPr>
        <p:spPr>
          <a:xfrm>
            <a:off x="1297500" y="1346400"/>
            <a:ext cx="7038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Applications are potentially too complex to build on my own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Made by large companies with way more resources than me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Could be nearly impossible to research due to IP protection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Already having difficulty finding resources, I may need to conduct experiments to derive information instead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Rely on research that is available for 2D -&gt; 3D conversion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Time pressure with complex implementation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Lots of my development is dependent on findings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Potential bottleneck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0f4126252_0_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Project Proposal</a:t>
            </a:r>
            <a:endParaRPr/>
          </a:p>
        </p:txBody>
      </p:sp>
      <p:sp>
        <p:nvSpPr>
          <p:cNvPr id="194" name="Google Shape;194;g390f4126252_0_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Research 2D vector map (SVG) to 3D model/game object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Specifically centered on Adobe Project Neo and Project Turntable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Test the limits of the technologies available for this purpose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How are they predominantly used now?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How can they be leveraged for my purposes?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Utilize findings to build a simple application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Takes a 2D input and outputs a 3D game 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Present my findings in a research paper with discussions of extensibility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AI-enhanced pipeline for rapid iteration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Asset creation toolbox for the solo developer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0" name="Google Shape;200;p1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[1] Adobe, “#ProjectTurntable | Adobe MAX Sneaks 2024 | Adobe,” </a:t>
            </a:r>
            <a:r>
              <a:rPr i="1"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YouTube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, Oct. 16, 2024. </a:t>
            </a:r>
            <a:r>
              <a:rPr lang="en" sz="11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https://www.youtube.com/watch?v=gfct0aH2COw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(accessed Nov. 12, 2025).</a:t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[2] rileyb3d, “3D Game Assets From a Single Phone Scan in Blender,” </a:t>
            </a:r>
            <a:r>
              <a:rPr i="1"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YouTube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, Jun. 29, 2023. </a:t>
            </a:r>
            <a:r>
              <a:rPr lang="en" sz="11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https://www.youtube.com/watch?v=JbKYvLTagn0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(accessed Nov. 12, 2025).</a:t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[3] “Polycam - LiDAR 3D Scanner,” </a:t>
            </a:r>
            <a:r>
              <a:rPr i="1"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poly.cam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1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https://poly.cam</a:t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[4] A. Hughes, “Advancing game ideation with Muse: the first World and Human Action Model (WHAM),” </a:t>
            </a:r>
            <a:r>
              <a:rPr i="1"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Microsoft Research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, Feb. 19, 2025. </a:t>
            </a:r>
            <a:r>
              <a:rPr lang="en" sz="11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6"/>
              </a:rPr>
              <a:t>https://www.microsoft.com/en-us/research/blog/introducing-muse-our-first-generative-ai-model-designed-for-gameplay-ideation/</a:t>
            </a:r>
            <a:r>
              <a:rPr lang="en" sz="11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(accessed Nov. 12, 2025)</a:t>
            </a:r>
            <a:endParaRPr sz="11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type="title"/>
          </p:nvPr>
        </p:nvSpPr>
        <p:spPr>
          <a:xfrm>
            <a:off x="2341800" y="1511900"/>
            <a:ext cx="44604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6000"/>
              <a:t>Thank You!</a:t>
            </a:r>
            <a:endParaRPr sz="6000"/>
          </a:p>
        </p:txBody>
      </p:sp>
      <p:sp>
        <p:nvSpPr>
          <p:cNvPr id="206" name="Google Shape;206;p11"/>
          <p:cNvSpPr txBox="1"/>
          <p:nvPr>
            <p:ph type="title"/>
          </p:nvPr>
        </p:nvSpPr>
        <p:spPr>
          <a:xfrm>
            <a:off x="3028800" y="2946075"/>
            <a:ext cx="30864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000"/>
              <a:t>Questions?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