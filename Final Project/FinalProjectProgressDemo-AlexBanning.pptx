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ac4dabc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ac4dabc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bac4dabc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bac4dabc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bc29698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bc29698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bc296988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bc296988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ac4dabc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ac4dabc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c296988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c296988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bc296988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bc296988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bc296988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bc296988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bc296988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bc296988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6988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bc296988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ce87ab1e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ce87ab1e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bc296988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bc296988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bc296988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bc296988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i.org/10.1145/1576246.1531389" TargetMode="External"/><Relationship Id="rId4" Type="http://schemas.openxmlformats.org/officeDocument/2006/relationships/hyperlink" Target="https://helpx.adobe.com/illustrator/desktop/use-generative-ai/view-artwork-from-any-angle.html" TargetMode="External"/><Relationship Id="rId11" Type="http://schemas.openxmlformats.org/officeDocument/2006/relationships/hyperlink" Target="https://www.reddit.com/r/AdobeIllustrator/comments/1mtxoy9/turntable_feature_a_quick_overview/" TargetMode="External"/><Relationship Id="rId10" Type="http://schemas.openxmlformats.org/officeDocument/2006/relationships/hyperlink" Target="https://www.reddit.com/r/AdobeIllustrator/comments/1mtxoy9/turntable_feature_a_quick_overview/" TargetMode="External"/><Relationship Id="rId12" Type="http://schemas.openxmlformats.org/officeDocument/2006/relationships/hyperlink" Target="https://www.youtube.com/watch?v=meMpXA9gEQg" TargetMode="External"/><Relationship Id="rId9" Type="http://schemas.openxmlformats.org/officeDocument/2006/relationships/hyperlink" Target="https://www.reddit.com/r/AdobeIllustrator/comments/1mtxoy9/turntable_feature_a_quick_overview/" TargetMode="External"/><Relationship Id="rId5" Type="http://schemas.openxmlformats.org/officeDocument/2006/relationships/hyperlink" Target="https://research.adobe.com/video/project-turntable/" TargetMode="External"/><Relationship Id="rId6" Type="http://schemas.openxmlformats.org/officeDocument/2006/relationships/hyperlink" Target="https://helpx.adobe.com/project-neo/help/overview.html" TargetMode="External"/><Relationship Id="rId7" Type="http://schemas.openxmlformats.org/officeDocument/2006/relationships/hyperlink" Target="https://www.w3schools.com/graphics/svg_intro.asp" TargetMode="External"/><Relationship Id="rId8" Type="http://schemas.openxmlformats.org/officeDocument/2006/relationships/hyperlink" Target="https://journals.tu-plovdiv.bg/index.php/journal/article/view/868/54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93900" y="693875"/>
            <a:ext cx="5549700" cy="24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Game Asset Creation Pipeline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to 3D Conversion Progress Demo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Banning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High-Level Goals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217775"/>
            <a:ext cx="7038900" cy="35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Want to create an easier asset creation pipeline for solo and small team game devs (i.e. myself)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Interested in learning how Adobe Projects Turntable &amp; Neo work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Apply the same/a similar pipeline (2D to 3D conversion) for game assets in Unity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(Slightly Modified from Last Time)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276625"/>
            <a:ext cx="7038900" cy="3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Week 1: Research Stage (Wrapping Up)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Research and test Adobe app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Research related 2D -&gt; 3D topics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Week 2: Consolidate Findings &amp; App Development (Upcoming)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Create app design artifacts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System diagrams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Basic UI mockups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Deliverables: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MVP: Lightweight app demo of 2D -&gt; 3D conversion in Unity</a:t>
            </a:r>
            <a:endParaRPr sz="1300"/>
          </a:p>
          <a:p>
            <a:pPr indent="-311150" lvl="3" marL="18288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Upload SVG within Unity</a:t>
            </a:r>
            <a:endParaRPr sz="1300"/>
          </a:p>
          <a:p>
            <a:pPr indent="-311150" lvl="3" marL="18288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Create a mesh from rotational sweep or extrusion</a:t>
            </a:r>
            <a:endParaRPr sz="1300"/>
          </a:p>
          <a:p>
            <a:pPr indent="-311150" lvl="3" marL="18288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Possibly allow for custom mesh edits in the preview window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Toolbox: Faster asset creation pipeline solutions for the solo game dev.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Lay foundation for exploring this topic further, possibly as a thesis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Have I Learned So Far?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2324400" cy="13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724" y="1307849"/>
            <a:ext cx="1793676" cy="13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title="Screenshot 2025-12-01 at 12.36.46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7500" y="2920675"/>
            <a:ext cx="5201002" cy="140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Screenshot 2025-12-01 at 12.37.32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1100" y="2920677"/>
            <a:ext cx="1921148" cy="14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SVG?</a:t>
            </a:r>
            <a:r>
              <a:rPr lang="en" sz="800"/>
              <a:t> [5]</a:t>
            </a:r>
            <a:endParaRPr sz="800"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2020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Scalable Vector Graphics files are XML-based representations of </a:t>
            </a:r>
            <a:r>
              <a:rPr lang="en"/>
              <a:t>geometry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Describe mathematics to “draw” the desired image using commands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Resolution independent - scales cleanly at higher resolutions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Contrasts with raster graphics (i.e. png, jpg, gif) - become pixelated when scaled 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7" title="Screenshot 2025-12-01 at 12.45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25" y="2408225"/>
            <a:ext cx="5446674" cy="200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1400" y="2626822"/>
            <a:ext cx="3022100" cy="12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Adobe’s Turntable Works </a:t>
            </a:r>
            <a:r>
              <a:rPr lang="en" sz="800"/>
              <a:t>[2] [3] [6] [7]</a:t>
            </a:r>
            <a:endParaRPr sz="800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288225"/>
            <a:ext cx="7038900" cy="3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Input: SVG file (standard illustrator 2D vector file)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Max size: 100KB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Uses Adobe Firefly (AI) to generate many views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240 degree range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Each slider position = an entire SVG file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Each SVG view is exportable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Not actually creating a 3D geometry just showing different SVG angles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Turntable </a:t>
            </a:r>
            <a:r>
              <a:rPr lang="en" sz="800"/>
              <a:t>[7]</a:t>
            </a:r>
            <a:endParaRPr sz="800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973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Cannot handle</a:t>
            </a:r>
            <a:r>
              <a:rPr lang="en" sz="2000"/>
              <a:t> more detailed work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Messes up isometric drawings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Trained on open source artwork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Limits the variance in output (smaller sample size)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Uses AI to interpret what it doesn’t know</a:t>
            </a:r>
            <a:endParaRPr sz="2000"/>
          </a:p>
        </p:txBody>
      </p:sp>
      <p:pic>
        <p:nvPicPr>
          <p:cNvPr id="177" name="Google Shape;177;p19" title="Screen Recording 2025-12-01 at 1.23.53 PM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25" y="2984850"/>
            <a:ext cx="2676525" cy="18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0149" y="3042163"/>
            <a:ext cx="2199425" cy="17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4000" y="3013512"/>
            <a:ext cx="1781662" cy="177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5651" y="2925818"/>
            <a:ext cx="1781650" cy="1951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9776" y="294425"/>
            <a:ext cx="2838551" cy="16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Project Neo (Beta) Works </a:t>
            </a:r>
            <a:r>
              <a:rPr lang="en" sz="800"/>
              <a:t>[4] [6] [8]</a:t>
            </a:r>
            <a:endParaRPr sz="800"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1297500" y="11429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Expands on the functionality provided by Turntable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Can render 3D geometries from 2D input (SVG) AND vice versa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Important caveat: Cannot import 3D files -&gt; must be made in Project Neo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CAN export SVG and many other file types</a:t>
            </a:r>
            <a:endParaRPr sz="2000"/>
          </a:p>
        </p:txBody>
      </p:sp>
      <p:pic>
        <p:nvPicPr>
          <p:cNvPr id="188" name="Google Shape;188;p20" title="Screenshot 2025-12-01 at 1.50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050" y="3464375"/>
            <a:ext cx="1566576" cy="14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title="Screenshot 2025-12-01 at 1.51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4788" y="3464375"/>
            <a:ext cx="1486162" cy="14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Project Neo (Beta) </a:t>
            </a:r>
            <a:r>
              <a:rPr lang="en" sz="800"/>
              <a:t>[6]</a:t>
            </a:r>
            <a:endParaRPr sz="800"/>
          </a:p>
        </p:txBody>
      </p:sp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1297500" y="1162900"/>
            <a:ext cx="7038900" cy="3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Lack of support for shape editing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Rigid gizmo controls only allow certain flexibility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Only supports most common raster and vector graphics imports (png, jpg, SVG)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Vectorization feature (raster to vector graphics 2D) is finicky at best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ALWAYS extrudes the shape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SVG represents a 2D “slice” that is vertically extruded by some arbitrary height the user can manipulate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Doesn’t create anything smooth unless specifically defined after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Really….. REALLY slow when projects get big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Even one complex SVG file causes lag in the UI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1372100" y="340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2D -&gt; 3D Conversion Findings </a:t>
            </a:r>
            <a:r>
              <a:rPr lang="en" sz="800"/>
              <a:t>[1]</a:t>
            </a:r>
            <a:endParaRPr sz="800"/>
          </a:p>
        </p:txBody>
      </p:sp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1372100" y="877675"/>
            <a:ext cx="7038900" cy="38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Paper: “A visibility algorithm for converting 3D meshes into editable 2D vector graphics”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This is the exact OPPOSITE pipeline I want to create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Basic Process: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Project the mesh to 2D space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Determine, in a smart way, where to make cuts (to create layers)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Identifying cycles in their algorithm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Remove the cut layer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Rinse and repeat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What This Tells Us: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Information is lost when flattening a mesh into 2D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To reconstruct 3D mesh from 2D vectors, we need to get that information back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Construct layer-by-layer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Determine, in a smart way, how to fuse cuts (reconnect layers)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Bend mesh correctly where layers reconnect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We Go From Here?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1297500" y="1307850"/>
            <a:ext cx="7038900" cy="30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Correctly rebuilding complex meshes from 2D drawings is an entire thesis topic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Going to </a:t>
            </a:r>
            <a:r>
              <a:rPr lang="en" sz="1400"/>
              <a:t>simplify</a:t>
            </a:r>
            <a:r>
              <a:rPr lang="en" sz="1400"/>
              <a:t> my app design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Import SVG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Copy extrusion from Project Neo and other tools like Blender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Allow user to redefine the geometry to customize extrusion like in Project Neo but before generating the mesh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Present my findings in a paper as a toolbox for solo game devs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What options exist for small game developers in asset creation?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How can they be used? What are their limitations? How to problem solve common issues?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Lay foundation for a thesis topic in robust 2D -&gt; 3D reconstruction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 of New Idea</a:t>
            </a:r>
            <a:endParaRPr/>
          </a:p>
        </p:txBody>
      </p:sp>
      <p:pic>
        <p:nvPicPr>
          <p:cNvPr id="213" name="Google Shape;213;p24" title="Screenshot 2025-12-02 at 3.30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650" y="1029675"/>
            <a:ext cx="7832680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1297500" y="2018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1297500" y="637475"/>
            <a:ext cx="7038900" cy="41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Arial"/>
                <a:ea typeface="Arial"/>
                <a:cs typeface="Arial"/>
                <a:sym typeface="Arial"/>
              </a:rPr>
              <a:t>3D -&gt; 2D paper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[1] E. Eisemann, S. Paris, and F. Durand, “A visibility algorithm for converting 3D meshes into editable 2D vector graphics,” ACM SIGGRAPH 2009 papers, pp. 1–8, Jul. 2009, doi: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3"/>
              </a:rPr>
              <a:t>https://doi.org/10.1145/1576246.1531389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800">
                <a:latin typeface="Arial"/>
                <a:ea typeface="Arial"/>
                <a:cs typeface="Arial"/>
                <a:sym typeface="Arial"/>
              </a:rPr>
              <a:t>Adobe Official Pages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[2] “View 2D objects from new angles,” Adobe.com, 2019.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4"/>
              </a:rPr>
              <a:t>https://helpx.adobe.com/illustrator/desktop/use-generative-ai/view-artwork-from-any-angle.html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 (accessed Dec. 01, 2025).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[3] “Project Turntable,” Adobe Research, 2020.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5"/>
              </a:rPr>
              <a:t>https://research.adobe.com/video/project-turntable/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 (accessed Dec. 01, 2025).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[4] “Project Neo (Beta) overview,” Adobe.com, 2019.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6"/>
              </a:rPr>
              <a:t>https://helpx.adobe.com/project-neo/help/overview.html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 (accessed Dec. 01, 2025).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800">
                <a:latin typeface="Arial"/>
                <a:ea typeface="Arial"/>
                <a:cs typeface="Arial"/>
                <a:sym typeface="Arial"/>
              </a:rPr>
              <a:t>SVG Documentation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[5] “SVG Tutorial,” www.w3schools.com.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7"/>
              </a:rPr>
              <a:t>https://www.w3schools.com/graphics/svg_intro.asp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800">
                <a:latin typeface="Arial"/>
                <a:ea typeface="Arial"/>
                <a:cs typeface="Arial"/>
                <a:sym typeface="Arial"/>
              </a:rPr>
              <a:t>Analysis on the Capabilities of Adobe Firefly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[6] “View of The capabilities of the art-oriented artificial intelligence Adobe Firefly and its visual advantages and disadvantages | Journal ‘Fundamental Sciences and Applications,’” Tu-plovdiv.bg, 2024.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8"/>
              </a:rPr>
              <a:t>https://journals.tu-plovdiv.bg/index.php/journal/article/view/868/54</a:t>
            </a:r>
            <a:endParaRPr b="1" sz="800">
              <a:highlight>
                <a:srgbClr val="FEF1C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800">
                <a:latin typeface="Arial"/>
                <a:ea typeface="Arial"/>
                <a:cs typeface="Arial"/>
                <a:sym typeface="Arial"/>
              </a:rPr>
              <a:t>Reddit Post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[7] “Reddit - The heart of the internet,” Reddit.com, 2024.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9"/>
              </a:rPr>
              <a:t>https://www.reddit.com/r/AdobeIllustrator/comments/1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10"/>
              </a:rPr>
              <a:t>mtx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11"/>
              </a:rPr>
              <a:t>oy9/turntable_feature_a_quick_overview/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 (accessed Dec. 01, 2025).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800">
                <a:latin typeface="Arial"/>
                <a:ea typeface="Arial"/>
                <a:cs typeface="Arial"/>
                <a:sym typeface="Arial"/>
              </a:rPr>
              <a:t>Video Review of Turntable and Neo (YouTube)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[8] Victoria White, “Adobe Illustrator Beta: New Turntable Feature Explained!,” YouTube, Aug. 20, 2025.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12"/>
              </a:rPr>
              <a:t>https://www.youtube.com/watch?v=meMpXA9gEQg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 (accessed Dec. 01, 2025).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2492700" y="1459775"/>
            <a:ext cx="41586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 you!</a:t>
            </a:r>
            <a:endParaRPr sz="5700"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2599200" y="2601550"/>
            <a:ext cx="39456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/>
              <a:t>Questions?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