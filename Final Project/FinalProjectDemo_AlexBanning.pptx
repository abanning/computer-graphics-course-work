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f16bcb8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f16bcb8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f16bcb86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f16bcb86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f16bcb86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f16bcb86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f16bcb86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f16bcb86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f16bcb86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f16bcb86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f16bcb86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f16bcb86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f16bcb86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f16bcb86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f16bcb86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f16bcb86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f16bcb86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f16bcb86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f16bcb86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af16bcb86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f16bcb86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f16bcb86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f1c5d7e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f1c5d7e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f16bcb86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f16bcb86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f16bcb86a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af16bcb86a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i.org/10.26503/dl.v2025i2.2438" TargetMode="External"/><Relationship Id="rId4" Type="http://schemas.openxmlformats.org/officeDocument/2006/relationships/hyperlink" Target="https://doi.org/10.1177/13548565221076434" TargetMode="External"/><Relationship Id="rId5" Type="http://schemas.openxmlformats.org/officeDocument/2006/relationships/hyperlink" Target="https://www.youtube.com/watch?v=gfct0aH2COw" TargetMode="External"/><Relationship Id="rId6" Type="http://schemas.openxmlformats.org/officeDocument/2006/relationships/hyperlink" Target="https://poly.ca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694200"/>
            <a:ext cx="5017500" cy="29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Game Asset Creation Pipeline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2D to 3D Conversion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Demo 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 Banning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Our Goals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Understand Adobe Project Turntable and Project Neo well through the lens of game development and asset creation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Form a solid foundation for a thesis topic in robust 2D-to-3D reconstruction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Create a proof-of-concept application to demonstrate my understanding of these principles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Adobe Turntable Review - Capabilities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9529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Input: SVG File	-&gt;	Output: SVG File (many views)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Backend: Uses AI (Adobe Firefly) to infer and generate angled views of input image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Is able to infer from any SVG input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All standard shapes/polygons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Path parsing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Grouping and layering for separation of nodes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Does extremely well with “cartoon-y” designs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Highly-detailed line work and groupings but not worried about specific measurements</a:t>
            </a:r>
            <a:endParaRPr/>
          </a:p>
        </p:txBody>
      </p:sp>
      <p:pic>
        <p:nvPicPr>
          <p:cNvPr id="148" name="Google Shape;148;p15" title="Screenshot 2025-12-09 at 2.45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437" y="2835100"/>
            <a:ext cx="3759124" cy="213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Adobe Turntable Review - Limitations</a:t>
            </a:r>
            <a:endParaRPr/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94212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Hallucinates with simple geometric shapes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Less detail = more inference from AI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Messes up occlusion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If geometry is hidden by other shapes, inference becomes inaccurate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File output limited to SVG only (No use for 3D modeling without robust model to generate 3D mesh)</a:t>
            </a:r>
            <a:endParaRPr/>
          </a:p>
        </p:txBody>
      </p:sp>
      <p:pic>
        <p:nvPicPr>
          <p:cNvPr id="155" name="Google Shape;155;p16" title="Screenshot 2025-12-09 at 2.47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775" y="2745388"/>
            <a:ext cx="3526125" cy="139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title="Screenshot 2025-12-09 at 2.48.4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57825" y="2284198"/>
            <a:ext cx="4723151" cy="2632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Adobe Turntable -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in a Game Development Pipeline</a:t>
            </a:r>
            <a:endParaRPr/>
          </a:p>
        </p:txBody>
      </p:sp>
      <p:pic>
        <p:nvPicPr>
          <p:cNvPr id="162" name="Google Shape;162;p17" title="Screenshot 2025-12-09 at 2.49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962" y="1942725"/>
            <a:ext cx="8488076" cy="147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Adobe Project Neo Review - Capabilities</a:t>
            </a:r>
            <a:endParaRPr/>
          </a:p>
        </p:txBody>
      </p:sp>
      <p:sp>
        <p:nvSpPr>
          <p:cNvPr id="168" name="Google Shape;168;p18"/>
          <p:cNvSpPr txBox="1"/>
          <p:nvPr>
            <p:ph idx="1" type="body"/>
          </p:nvPr>
        </p:nvSpPr>
        <p:spPr>
          <a:xfrm>
            <a:off x="1275925" y="1076925"/>
            <a:ext cx="7038900" cy="19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Input: SVG	-&gt;	Output: .jpg, .png, .mp4, .svg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Generates 3D perspectives that can be edited volumetrically within Project Neo editor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Uses vertical extrusion, corner rounding, lighting effects, and other methods to create perception of 3D geometry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Very simple to import SVG files into editor</a:t>
            </a:r>
            <a:endParaRPr sz="1600"/>
          </a:p>
        </p:txBody>
      </p:sp>
      <p:pic>
        <p:nvPicPr>
          <p:cNvPr id="169" name="Google Shape;169;p18" title="Screenshot 2025-12-09 at 2.52.29 PM.png"/>
          <p:cNvPicPr preferRelativeResize="0"/>
          <p:nvPr/>
        </p:nvPicPr>
        <p:blipFill rotWithShape="1">
          <a:blip r:embed="rId3">
            <a:alphaModFix/>
          </a:blip>
          <a:srcRect b="0" l="0" r="44876" t="0"/>
          <a:stretch/>
        </p:blipFill>
        <p:spPr>
          <a:xfrm>
            <a:off x="2693283" y="2985225"/>
            <a:ext cx="3757430" cy="19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Adobe Project Neo Review - Limitations</a:t>
            </a:r>
            <a:endParaRPr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1156050" y="1116150"/>
            <a:ext cx="7321800" cy="3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Extremely limited I/O file types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Input: SVG only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Output: .png, .jpg, .mp4, .svg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Why “model” 3D behavior and not output 3D data types?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.fbx, .obj, .dwg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Really more oriented towards artists and graphic designers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Web-based editor is very laggy, especially with more complex geometries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Makes post editing shapes very frustrating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Only provides extrusion-based generation, not rotational or other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Adobe Project Neo -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in a Game Development Pipeline</a:t>
            </a:r>
            <a:endParaRPr/>
          </a:p>
        </p:txBody>
      </p:sp>
      <p:pic>
        <p:nvPicPr>
          <p:cNvPr id="181" name="Google Shape;181;p20" title="Screenshot 2025-12-09 at 2.55.1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288" y="1519875"/>
            <a:ext cx="8155425" cy="270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Research to Consider</a:t>
            </a:r>
            <a:endParaRPr/>
          </a:p>
        </p:txBody>
      </p:sp>
      <p:sp>
        <p:nvSpPr>
          <p:cNvPr id="187" name="Google Shape;187;p21"/>
          <p:cNvSpPr txBox="1"/>
          <p:nvPr>
            <p:ph idx="1" type="body"/>
          </p:nvPr>
        </p:nvSpPr>
        <p:spPr>
          <a:xfrm>
            <a:off x="1297500" y="9313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3D mesh 2D vector graphics conversion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Describes how: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We can project the shape in 2D space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Find overlapping parts that lack clarity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Make cuts to separate connected faces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Define adjacent faces in a single layer and repeat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Key idea: reversing this process uncovers the lost data in 3D-&gt;2D</a:t>
            </a:r>
            <a:endParaRPr sz="1400"/>
          </a:p>
        </p:txBody>
      </p:sp>
      <p:pic>
        <p:nvPicPr>
          <p:cNvPr id="188" name="Google Shape;188;p21" title="Screenshot 2025-12-09 at 2.58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462" y="2841175"/>
            <a:ext cx="6381076" cy="197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Application - Proof-of-Concept</a:t>
            </a:r>
            <a:endParaRPr/>
          </a:p>
        </p:txBody>
      </p:sp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1297500" y="920775"/>
            <a:ext cx="7038900" cy="18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Take an SVG input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Parse it to define shape information determined by layers, groups, and elements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Allow user-defined parameters and assumptions to reintroduce lost information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Generate a usable 3D game object</a:t>
            </a:r>
            <a:endParaRPr sz="1600"/>
          </a:p>
        </p:txBody>
      </p:sp>
      <p:pic>
        <p:nvPicPr>
          <p:cNvPr id="195" name="Google Shape;195;p22" title="Screenshot 2025-12-02 at 3.30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5202" y="2715225"/>
            <a:ext cx="5023499" cy="226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/>
          <p:nvPr>
            <p:ph type="title"/>
          </p:nvPr>
        </p:nvSpPr>
        <p:spPr>
          <a:xfrm>
            <a:off x="2816550" y="1831650"/>
            <a:ext cx="3510900" cy="14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/>
              <a:t>Demo</a:t>
            </a:r>
            <a:endParaRPr sz="8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 to Be Implemented</a:t>
            </a:r>
            <a:endParaRPr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1297500" y="1116150"/>
            <a:ext cx="7038900" cy="36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Full support for robust SVG Parsing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Supporting differences in stroke and fill attributes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Support layers in complex reconstruction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Shadow and lighting support inferred from specified lighting layers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Completing mirror functionality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Including mesh editing in preview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Complex 2D-to-3D construction based on reversed algorithm discovered in research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Better UI and UX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Further testing: Use my game objects in a </a:t>
            </a:r>
            <a:r>
              <a:rPr lang="en" sz="1800"/>
              <a:t>separate</a:t>
            </a:r>
            <a:r>
              <a:rPr lang="en" sz="1800"/>
              <a:t> Unity project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212" name="Google Shape;212;p25"/>
          <p:cNvSpPr txBox="1"/>
          <p:nvPr>
            <p:ph idx="1" type="body"/>
          </p:nvPr>
        </p:nvSpPr>
        <p:spPr>
          <a:xfrm>
            <a:off x="1107750" y="1567550"/>
            <a:ext cx="7418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Many people are working on tools to enable more efficient asset creation pipelines.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Highly desirable for game devs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Adobe’s Turntable and Neo present interesting ways AI-enhancement can be used to generate creative works, but they are not ready to be used in a production pipeline for game development.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Algorithmic generation of 3D objects from a 2D vector graphics file is possible, but extremely computationally difficult because of the loss of information between spaces.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With the rapid speed of AI </a:t>
            </a:r>
            <a:r>
              <a:rPr lang="en" sz="1400"/>
              <a:t>development</a:t>
            </a:r>
            <a:r>
              <a:rPr lang="en" sz="1400"/>
              <a:t> and investment, image-based generation of graphics is becoming increasingly common and more heavily researched.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 sz="1400"/>
              <a:t>Could lead to a more efficient approach for generation of 3D geometry if a model is trained on that specifically</a:t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>
            <p:ph idx="1" type="body"/>
          </p:nvPr>
        </p:nvSpPr>
        <p:spPr>
          <a:xfrm>
            <a:off x="1157775" y="1083850"/>
            <a:ext cx="3758100" cy="3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[1] “Where is the time spent?,” The Game Development Stack Exchange, Jul. 15, 2010.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https://gamedev.stackexchange.com/questions/508/where-is-the-time-spent (accessed Dec. 06, 2025).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[2] “Do indie developers spend most of the time drawing assets for their games or programming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them?,” Quora, 2019. https://www.quora.com/Do-indie-developers-spend-most-of-the-time-drawing-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assets-for-their-games-or-programming-them (accessed Dec. 06, 2025).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[3] “Reddit - The heart of the internet,” Reddit.com, 2025.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https://www.reddit.com/r/gamedev/comments/4drkyh/what_percentage_of_game_development_teams_ar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e_in/ (accessed Dec. 06, 2025).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[4] “Reddit - The heart of the internet,” Reddit.com, 2022.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https://www.reddit.com/r/gamedev/comments/yvzfs2/question_for_indie_game_developers_whats_the/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(accessed Dec. 06, 2025).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[5] S. Bezzina and Alexiei Dingli, “My Teammate is an AI: Evaluating Generative AI in GameAsset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Creation through a Post-GameJam Study,” Jun. 2025, doi: </a:t>
            </a:r>
            <a:r>
              <a:rPr lang="en" sz="600" u="sng">
                <a:solidFill>
                  <a:schemeClr val="hlink"/>
                </a:solidFill>
                <a:hlinkClick r:id="rId3"/>
              </a:rPr>
              <a:t>https://doi.org/10.26503/dl.v2025i2.2438</a:t>
            </a:r>
            <a:r>
              <a:rPr lang="en" sz="600"/>
              <a:t>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[6] A. Chia, “The artist and the automaton in digital game production,” Convergence: The International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Journal of Research into New Media Technologies, vol. 28, no. 2, p. 135485652210764, Feb. 2022, doi: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4"/>
              </a:rPr>
              <a:t>https://doi.org/10.1177/13548565221076434</a:t>
            </a:r>
            <a:r>
              <a:rPr lang="en" sz="600"/>
              <a:t>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[7] “Making sure you’re not a bot!,” Erudit.org, 2025. https://www.erudit.org/en/journals/loading/2025-v17-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n27-loading010083/1118424ar.pdf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[8] “SVG Tutorial,” www.w3schools.com. https://www.w3schools.com/graphics/svg_intro.asp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[9] “View 2D objects from new angles,” Adobe.com, 2019. https://helpx.adobe.com/illustrator/desktop/use-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generative-ai/view-artwork-from-any-angle.html (accessed Dec. 01, 2025).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[10] “Project Turntable,” Adobe Research, 2020. https://research.adobe.com/video/project-turntable/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(accessed Dec. 01, 2025).</a:t>
            </a:r>
            <a:endParaRPr sz="600"/>
          </a:p>
        </p:txBody>
      </p:sp>
      <p:sp>
        <p:nvSpPr>
          <p:cNvPr id="218" name="Google Shape;218;p26"/>
          <p:cNvSpPr txBox="1"/>
          <p:nvPr>
            <p:ph type="title"/>
          </p:nvPr>
        </p:nvSpPr>
        <p:spPr>
          <a:xfrm>
            <a:off x="1157775" y="415275"/>
            <a:ext cx="7038900" cy="6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4915875" y="1083850"/>
            <a:ext cx="37581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[11] Adobe, “#ProjectTurntable | Adobe MAX Sneaks 2024 | Adobe,” YouTube, Oct. 16, 2024.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chemeClr val="hlink"/>
                </a:solidFill>
                <a:hlinkClick r:id="rId5"/>
              </a:rPr>
              <a:t>https://www.youtube.com/watch?v=gfct0aH2COw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[12] “Reddit - The heart of the internet,” Reddit.com, 2024.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https://www.reddit.com/r/AdobeIllustrator/comments/1mtxoy9/turntable_feature_a_quick_overview/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(accessed Dec. 01, 2025).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[13] “‘About Vector Graphics | Vector Graphics | 2.0.0-preview.25,’” Unity 3D Docs, Sep. 24, 2018.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https://docs.unity3d.com/Packages/com.unity.vectorgraphics@2.0/manual/index.html (accessed Dec. 08,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2025).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[14] “View of The capabilities of the art-oriented artificial intelligence Adobe Firefly and its visual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advantages and disadvantages | Journal ‘Fundamental Sciences and Applications,’” Tu-plovdiv.bg, 2024.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https://journals.tu-plovdiv.bg/index.php/journal/article/view/868/54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[15] “Project Neo (Beta) overview,” Adobe.com, 2019. https://helpx.adobe.com/project-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neo/help/overview.html (accessed Dec. 01, 2025).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[16] Adobe Creative Cloud, “Instant Transformations with Project Neo (beta) | Adobe Creative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Cloud,” YouTube, Oct. 14, 2024. https://www.youtube.com/watch?v=p6GMIWfuaZA (accessed Dec. 07,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2025).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[17] “Polycam - LiDAR 3D Scanner,” poly.cam. </a:t>
            </a:r>
            <a:r>
              <a:rPr lang="en" sz="600" u="sng">
                <a:solidFill>
                  <a:schemeClr val="hlink"/>
                </a:solidFill>
                <a:hlinkClick r:id="rId6"/>
              </a:rPr>
              <a:t>https://poly.cam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[18] rileyb3d, “3D Game Assets From a Single Phone Scan in Blender,” YouTube, Jun. 29, 2023.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https://www.youtube.com/watch?v=JbKYvLTagn0 (accessed Nov. 12, 2025).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[19] E. Eisemann, S. Paris, and F. Durand, “A visibility algorithm for converting 3D meshes into editable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2D vector graphics,” ACM SIGGRAPH 2009 papers, pp. 1–8, Jul. 2009, doi: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https://doi.org/10.1145/1576246.1531389.</a:t>
            </a:r>
            <a:endParaRPr sz="6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/>
          <p:nvPr>
            <p:ph type="title"/>
          </p:nvPr>
        </p:nvSpPr>
        <p:spPr>
          <a:xfrm>
            <a:off x="3012750" y="1570800"/>
            <a:ext cx="3118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Thank You!</a:t>
            </a:r>
            <a:endParaRPr sz="4200"/>
          </a:p>
        </p:txBody>
      </p:sp>
      <p:sp>
        <p:nvSpPr>
          <p:cNvPr id="225" name="Google Shape;225;p27"/>
          <p:cNvSpPr txBox="1"/>
          <p:nvPr>
            <p:ph idx="1" type="body"/>
          </p:nvPr>
        </p:nvSpPr>
        <p:spPr>
          <a:xfrm>
            <a:off x="2883750" y="2599475"/>
            <a:ext cx="3376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5000"/>
              <a:t>Questions?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